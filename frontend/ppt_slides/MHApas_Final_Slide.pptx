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_bg.jp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assets/top_scr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assets/cover_scr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assets/logo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885" y="560833"/>
            <a:ext cx="755885" cy="39867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534467" y="609600"/>
            <a:ext cx="39013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endParaRPr lang="en-US" sz="1133" dirty="0"/>
          </a:p>
        </p:txBody>
      </p:sp>
      <p:sp>
        <p:nvSpPr>
          <p:cNvPr id="7" name="Shape 1"/>
          <p:cNvSpPr/>
          <p:nvPr/>
        </p:nvSpPr>
        <p:spPr>
          <a:xfrm>
            <a:off x="755885" y="3017520"/>
            <a:ext cx="60958" cy="219456"/>
          </a:xfrm>
          <a:prstGeom prst="rect">
            <a:avLst/>
          </a:prstGeom>
          <a:solidFill>
            <a:srgbClr val="ED1C2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2"/>
          <p:cNvSpPr/>
          <p:nvPr/>
        </p:nvSpPr>
        <p:spPr>
          <a:xfrm>
            <a:off x="950952" y="2926080"/>
            <a:ext cx="7315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kern="0" spc="400" dirty="0">
                <a:solidFill>
                  <a:srgbClr val="C9D3DA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QUALITY OBSERVATION REPORT</a:t>
            </a:r>
            <a:endParaRPr lang="en-US" sz="1400" dirty="0"/>
          </a:p>
        </p:txBody>
      </p:sp>
      <p:sp>
        <p:nvSpPr>
          <p:cNvPr id="9" name="Text 3"/>
          <p:cNvSpPr/>
          <p:nvPr/>
        </p:nvSpPr>
        <p:spPr>
          <a:xfrm>
            <a:off x="719310" y="3243072"/>
            <a:ext cx="103629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MH Apas</a:t>
            </a:r>
            <a:endParaRPr lang="en-US" sz="7200" dirty="0"/>
          </a:p>
        </p:txBody>
      </p:sp>
      <p:sp>
        <p:nvSpPr>
          <p:cNvPr id="10" name="Text 4"/>
          <p:cNvSpPr/>
          <p:nvPr/>
        </p:nvSpPr>
        <p:spPr>
          <a:xfrm>
            <a:off x="755885" y="4602480"/>
            <a:ext cx="97533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933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Construction Quality Review</a:t>
            </a:r>
            <a:endParaRPr lang="en-US" sz="1933" dirty="0"/>
          </a:p>
          <a:p>
            <a:pPr>
              <a:spcBef>
                <a:spcPts val="300"/>
              </a:spcBef>
            </a:pPr>
            <a:r>
              <a:rPr lang="en-US" sz="1933" dirty="0">
                <a:solidFill>
                  <a:srgbClr val="C9D3DA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My Home Constructions</a:t>
            </a:r>
            <a:endParaRPr lang="en-US" sz="1933" dirty="0"/>
          </a:p>
        </p:txBody>
      </p:sp>
      <p:sp>
        <p:nvSpPr>
          <p:cNvPr id="11" name="Text 5"/>
          <p:cNvSpPr/>
          <p:nvPr/>
        </p:nvSpPr>
        <p:spPr>
          <a:xfrm>
            <a:off x="755885" y="5547360"/>
            <a:ext cx="4389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kern="0" spc="333" dirty="0">
                <a:solidFill>
                  <a:srgbClr val="8FA0A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REPORTING PERIOD</a:t>
            </a:r>
            <a:endParaRPr lang="en-US" sz="1133" dirty="0"/>
          </a:p>
        </p:txBody>
      </p:sp>
      <p:sp>
        <p:nvSpPr>
          <p:cNvPr id="12" name="Text 6"/>
          <p:cNvSpPr/>
          <p:nvPr/>
        </p:nvSpPr>
        <p:spPr>
          <a:xfrm>
            <a:off x="755885" y="5827776"/>
            <a:ext cx="4632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27-05-2026</a:t>
            </a:r>
            <a:endParaRPr lang="en-US" sz="1667" dirty="0"/>
          </a:p>
        </p:txBody>
      </p:sp>
      <p:sp>
        <p:nvSpPr>
          <p:cNvPr id="13" name="Text 7"/>
          <p:cNvSpPr/>
          <p:nvPr/>
        </p:nvSpPr>
        <p:spPr>
          <a:xfrm>
            <a:off x="4946763" y="5547360"/>
            <a:ext cx="438901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33" kern="0" spc="333" dirty="0">
                <a:solidFill>
                  <a:srgbClr val="8FA0AC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PREPARED BY</a:t>
            </a:r>
            <a:endParaRPr lang="en-US" sz="1133" dirty="0"/>
          </a:p>
        </p:txBody>
      </p:sp>
      <p:sp>
        <p:nvSpPr>
          <p:cNvPr id="14" name="Text 8"/>
          <p:cNvSpPr/>
          <p:nvPr/>
        </p:nvSpPr>
        <p:spPr>
          <a:xfrm>
            <a:off x="4946763" y="5827776"/>
            <a:ext cx="4632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67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Quality Assurance Cell</a:t>
            </a:r>
            <a:endParaRPr lang="en-US" sz="1667" dirty="0"/>
          </a:p>
        </p:txBody>
      </p:sp>
      <p:sp>
        <p:nvSpPr>
          <p:cNvPr id="15" name="TextBox 14"/>
          <p:cNvSpPr txBox="1"/>
          <p:nvPr/>
        </p:nvSpPr>
        <p:spPr>
          <a:xfrm>
            <a:off x="365760" y="6400800"/>
            <a:ext cx="11460175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i="1">
                <a:solidFill>
                  <a:srgbClr val="8FA0AC"/>
                </a:solidFill>
                <a:latin typeface="Poppins Medium"/>
              </a:rPr>
              <a:t>This report has been generated using AI; human review is required.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Poppins</vt:lpstr>
      <vt:lpstr>Poppins Light</vt:lpstr>
      <vt:lpstr>Poppins Medium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Srivarshini N</dc:creator>
  <cp:keywords/>
  <dc:description>generated using python-pptx</dc:description>
  <cp:lastModifiedBy>V K A Srivarshini Neralla</cp:lastModifiedBy>
  <cp:revision>2</cp:revision>
  <dcterms:created xsi:type="dcterms:W3CDTF">2013-01-27T09:14:16Z</dcterms:created>
  <dcterms:modified xsi:type="dcterms:W3CDTF">2026-05-30T09:27:26Z</dcterms:modified>
  <cp:category/>
</cp:coreProperties>
</file>