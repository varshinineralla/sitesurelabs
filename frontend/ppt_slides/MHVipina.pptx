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ogle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GoogleSans-boldItalic.fntdata"/><Relationship Id="rId9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ogleSans-regular.fntdata"/><Relationship Id="rId8" Type="http://schemas.openxmlformats.org/officeDocument/2006/relationships/font" Target="fonts/Google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571ab96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571ab96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3338" y="-225"/>
            <a:ext cx="9210675" cy="514394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53265" y="110960"/>
            <a:ext cx="603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800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0B3C5D"/>
                </a:solidFill>
                <a:latin typeface="Google Sans"/>
                <a:ea typeface="Google Sans"/>
                <a:cs typeface="Google Sans"/>
                <a:sym typeface="Google Sans"/>
              </a:rPr>
              <a:t>Quality Observation Report - MH Vipina</a:t>
            </a:r>
            <a:endParaRPr b="1" sz="2200">
              <a:solidFill>
                <a:srgbClr val="0B3C5D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6675" y="480851"/>
            <a:ext cx="437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Report Dated XX-XX-XX To XX-XX-XX</a:t>
            </a:r>
            <a:endParaRPr sz="13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 flipH="1" rot="10800000">
            <a:off x="289724" y="853298"/>
            <a:ext cx="17115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6057" y="197667"/>
            <a:ext cx="500825" cy="2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97225" y="860050"/>
            <a:ext cx="20979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My Home Constructions</a:t>
            </a:r>
            <a:endParaRPr b="1" sz="12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