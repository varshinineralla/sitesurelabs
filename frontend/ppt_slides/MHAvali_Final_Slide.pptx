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5" y="560833"/>
            <a:ext cx="755885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467" y="609600"/>
            <a:ext cx="3901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885" y="3017520"/>
            <a:ext cx="60958" cy="21945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2"/>
          <p:cNvSpPr/>
          <p:nvPr/>
        </p:nvSpPr>
        <p:spPr>
          <a:xfrm>
            <a:off x="950952" y="2926080"/>
            <a:ext cx="731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310" y="3243072"/>
            <a:ext cx="103629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Avali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885" y="4602480"/>
            <a:ext cx="9753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endParaRPr lang="en-US" sz="1933" dirty="0"/>
          </a:p>
          <a:p>
            <a:pPr>
              <a:spcBef>
                <a:spcPts val="300"/>
              </a:spcBef>
            </a:pP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885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885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27-05-2026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4946763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601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i="1">
                <a:solidFill>
                  <a:srgbClr val="8FA0AC"/>
                </a:solidFill>
                <a:latin typeface="Poppins Medium"/>
              </a:rPr>
              <a:t>This report has been generated using AI; human review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</vt:lpstr>
      <vt:lpstr>Poppins Light</vt:lpstr>
      <vt:lpstr>Poppins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Srivarshini N</dc:creator>
  <cp:keywords/>
  <dc:description>generated using python-pptx</dc:description>
  <cp:lastModifiedBy>Shiva Prasad Naroju</cp:lastModifiedBy>
  <cp:revision>2</cp:revision>
  <dcterms:created xsi:type="dcterms:W3CDTF">2013-01-27T09:14:16Z</dcterms:created>
  <dcterms:modified xsi:type="dcterms:W3CDTF">2026-05-30T10:26:39Z</dcterms:modified>
  <cp:category/>
</cp:coreProperties>
</file>