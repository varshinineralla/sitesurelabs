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B4948-99A0-47EE-9E6F-1EE42CDEB8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B8B11-0F82-4128-A477-05D6883D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54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7C8F-C72B-4A6F-91E9-7D54A2936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8EE41-C370-4154-A020-99E00802D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84187-F692-4566-A5B1-27957CF0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47887-C47E-42E7-85AE-6E17ADB7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53E47-9FC4-4338-9208-8B0D662C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73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38FD-2882-4C2F-8ED3-2AB519CA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1AAC3-D9DE-4FE9-9D1F-303D0059F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8B750-B8D8-4FC9-AE5B-76B7CEE5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6C404-7F0A-41AA-8C07-F1C87EE73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53A72-8FBE-4528-8E7C-4DD4E3D1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728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1A32-AA47-4169-B8DC-BA098757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C7AF-DCD4-4109-9DB9-815ED9D44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04126-8F57-45C6-B9DD-BAFCC66D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66BA4-4962-43FC-8810-32269317C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C7429-E555-420B-9A56-B808CFEE6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424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F9EE-0E33-4B2F-8082-568B8A681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081D4-4F44-45B0-B615-AF3295A92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A2669-A39F-4749-9618-77F897B41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20D70-CC27-4032-AF21-4B11E105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F0538-5A73-48D6-9175-4191C3F2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9305C-7D6C-4414-A6CA-BF28371B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45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212-68BD-43BA-B798-05860AE5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9394A-B7EA-44AE-B5F2-0029F3687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6F56C-94B0-49C1-98D5-F5257F507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E14D5-4993-4F7E-AC52-D7371D7A0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5C53D-221B-4D6F-8661-CCC9BFC67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75817D-027D-4FD2-8AE6-A26EF89F9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1BA6A6-283B-4B5D-B2EE-40F0FEA80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EF3DE0-9745-4C66-AF63-E4D34E39F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692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AA34-675D-4A55-AED8-C14DA6F2B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99624-9FBC-4483-83D5-2D3961E9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75713-17F2-4F18-BD18-89779AA4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A739E-FA64-48D4-BBFD-282F2CAA1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720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2D550E-BAAA-46A3-BBE8-D2385FA89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DD1475-AF8B-4695-9B08-B40D24B5E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F09C1-568A-4888-9F93-EB6720C9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10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804CD-0306-44CD-B090-7DC1A4217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6CCB5-BC61-41D0-8C6E-DD587D0BE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82376-3F0B-4F13-B510-497E0A8AE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3E3D5-6295-4DB7-9859-C09B84FF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D0C14-9B72-4FE4-BB76-0AB6C3E99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0D95A-B4E0-4AB2-B94F-1CE0D885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850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317E-3FD4-4B6E-A854-4AAA570D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200BE-A472-4F62-B198-460B29409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6F4E4-D5A8-442D-B7AC-A0F7000AF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E7041-B899-4B1E-9782-9959548B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5B497-3056-4F8B-9A45-5E06B489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1C948-3131-4E25-BB7F-A0C69F1EC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6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25FB-2C23-4DCA-BA05-B0596749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47CFA-6E01-46D3-BBC2-63923BE43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244AC-0A32-42CE-8BC2-6104B316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CC548-8B12-4E64-BF34-3104542A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2DC7D-2918-4142-9934-21742FB3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199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6A6C6-5C40-441B-84D6-68A3A1E50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7C173-B005-4141-96FD-EBDB47109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B0D1-0963-4795-BF09-E14BD7D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A4E7D-09A3-429A-A2C8-44249C85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B7310-DD95-4852-A15E-91162BE6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06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125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09D72-ABB5-4B76-9953-620D8D69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2CC46-892E-4AC1-8AF0-19B33DD60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669D0-91D8-4226-AE3A-94D561BF8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7D2EE-13AE-4D23-A7F0-9C821AE9685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8CA90-F668-4072-99ED-7EDF2DC18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089CC-9345-4A97-9EAF-E7BBEE374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F1DEF-53EA-4612-9754-CBB699FAB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229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b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ssets/top_sc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assets/cover_scr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assets/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904" y="560833"/>
            <a:ext cx="755904" cy="3986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534656" y="609600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133" dirty="0"/>
          </a:p>
        </p:txBody>
      </p:sp>
      <p:sp>
        <p:nvSpPr>
          <p:cNvPr id="7" name="Shape 1"/>
          <p:cNvSpPr/>
          <p:nvPr/>
        </p:nvSpPr>
        <p:spPr>
          <a:xfrm>
            <a:off x="755904" y="3017520"/>
            <a:ext cx="60960" cy="21945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8" name="Text 2"/>
          <p:cNvSpPr/>
          <p:nvPr/>
        </p:nvSpPr>
        <p:spPr>
          <a:xfrm>
            <a:off x="950976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C9D3D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OBSERVATION REPORT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719328" y="3243072"/>
            <a:ext cx="1036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MH Vipina</a:t>
            </a:r>
            <a:endParaRPr lang="en-US" sz="7200" dirty="0"/>
          </a:p>
        </p:txBody>
      </p:sp>
      <p:sp>
        <p:nvSpPr>
          <p:cNvPr id="10" name="Text 4"/>
          <p:cNvSpPr/>
          <p:nvPr/>
        </p:nvSpPr>
        <p:spPr>
          <a:xfrm>
            <a:off x="755904" y="4559808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33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Construction Quality Review</a:t>
            </a:r>
            <a:r>
              <a:rPr lang="en-US" sz="1933" dirty="0">
                <a:solidFill>
                  <a:srgbClr val="C9D3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 ·   My Home Constructions</a:t>
            </a:r>
            <a:endParaRPr lang="en-US" sz="1933" dirty="0"/>
          </a:p>
        </p:txBody>
      </p:sp>
      <p:sp>
        <p:nvSpPr>
          <p:cNvPr id="11" name="Text 5"/>
          <p:cNvSpPr/>
          <p:nvPr/>
        </p:nvSpPr>
        <p:spPr>
          <a:xfrm>
            <a:off x="755904" y="5547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 PERIOD</a:t>
            </a:r>
            <a:endParaRPr lang="en-US" sz="1133" dirty="0"/>
          </a:p>
        </p:txBody>
      </p:sp>
      <p:sp>
        <p:nvSpPr>
          <p:cNvPr id="12" name="Text 6"/>
          <p:cNvSpPr/>
          <p:nvPr/>
        </p:nvSpPr>
        <p:spPr>
          <a:xfrm>
            <a:off x="755904" y="5827776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Period start — Period end</a:t>
            </a:r>
            <a:endParaRPr lang="en-US" sz="1667" dirty="0"/>
          </a:p>
        </p:txBody>
      </p:sp>
      <p:sp>
        <p:nvSpPr>
          <p:cNvPr id="13" name="Text 7"/>
          <p:cNvSpPr/>
          <p:nvPr/>
        </p:nvSpPr>
        <p:spPr>
          <a:xfrm>
            <a:off x="5632704" y="5547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PREPARED BY</a:t>
            </a:r>
            <a:endParaRPr lang="en-US" sz="1133" dirty="0"/>
          </a:p>
        </p:txBody>
      </p:sp>
      <p:sp>
        <p:nvSpPr>
          <p:cNvPr id="14" name="Text 8"/>
          <p:cNvSpPr/>
          <p:nvPr/>
        </p:nvSpPr>
        <p:spPr>
          <a:xfrm>
            <a:off x="5632704" y="5827776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Assurance Cell</a:t>
            </a:r>
            <a:endParaRPr lang="en-US" sz="16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Poppins</vt:lpstr>
      <vt:lpstr>Poppins Light</vt:lpstr>
      <vt:lpstr>Poppins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 Prasad Naroju</dc:creator>
  <cp:lastModifiedBy>Shiva Prasad Naroju</cp:lastModifiedBy>
  <cp:revision>1</cp:revision>
  <dcterms:created xsi:type="dcterms:W3CDTF">2026-05-30T07:07:48Z</dcterms:created>
  <dcterms:modified xsi:type="dcterms:W3CDTF">2026-05-30T07:08:25Z</dcterms:modified>
</cp:coreProperties>
</file>