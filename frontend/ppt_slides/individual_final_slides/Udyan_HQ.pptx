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998AD-1B9C-464C-A046-012BC14889E8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E2C3C-117F-4039-A751-7CDAAD239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011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3B37-30BE-4B2E-B647-7B80AF8A1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444AC-17B9-4500-BC5D-EC9D89D44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252F8-CCA7-440D-AF7E-176E8519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17DC1-43C1-4CEC-A93B-B34D2877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1324E-1FF8-410D-8DB4-D10B09D2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61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7FEF-947F-4443-9B3A-08B500E0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147B1-4298-4CCC-925C-A2244C03E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3D5DF-733D-4E93-9A77-A160ECF8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8BDB-2E59-46FB-B516-B076A5C4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E2C6A-0D8E-4C3A-85A4-4C8A131A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08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07E8-190C-484D-BB64-C269495E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57E3E-DFA2-4826-AA91-74207A1E9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72614-1D35-4809-A8C1-80EB32D1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36E7A-736D-4770-B8D9-57DE19E0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35FC5-A358-4A13-AF22-1176621E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98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C891-BF59-4B6C-9D20-C1275DF7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0208-13E3-4B36-AED9-86420C515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8F3F9-39BA-42EC-A061-A029A050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8F8B8-2194-46E2-A418-4415199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07FD9-C6D0-4436-92E2-E032CCDF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7D50F-F223-41AA-BED7-A8075B54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25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49F3-4C3A-4B9F-AF7E-BCC57A35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015B8-3893-46C5-B10A-6825DCF8F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CC217-F2CF-41E9-A888-85126479A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7F6B7-1D40-4DDC-8270-CBC2A3550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BD317-93AF-432E-8EA4-49F2C76D1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45792-537F-4194-8E4F-A7EF78C2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108A0-2849-46DC-A1F9-66319F0B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0F366-D480-4EAD-B9DE-1D0A3058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54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373E-81A5-43D7-9392-0630B588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8399B-F64A-4999-9863-64709B3C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4095C-10B1-47BF-A1F5-42C72A1F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58771-C8A0-4F79-96B8-81762252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11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56D1C-3BEC-4EA0-8BA8-2650B487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2587C-E954-4C39-B5B6-A4A4E556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99651-5919-4E99-BBD3-2FA29780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9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7E8D5-5C35-4E3B-9697-AC1060E3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9A09-61D1-46DC-B30D-D06C74617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82DC9-B27F-470A-B176-431976E2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B8596-1CDA-4250-B47B-AD32001B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9D360-E272-4A58-A8A2-F5696E03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1EB85-E477-43EA-BB51-6DD1CAB3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57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E36E-1891-4C3C-920C-65692FAF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A2DC6-3329-4C54-BE12-29F0A1952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F1D19-7A54-4716-84E8-921DF25D3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336BA-235C-457F-AA8B-AAD6CC24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08A80-CD96-436B-B938-30016D94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3DDD7-5EFD-4C72-B294-906F802F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0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2BD0-70AF-42F1-B37A-B5C06B14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E4304-57CC-496B-BB65-C58EB7223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3A443-4810-45FA-BDBE-FABC0F95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1759E-DF7F-4ED2-B923-71F66BD6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C25E2-2958-41A8-8B6F-65094794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94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BBF87-95A9-4482-8643-E4B795832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4E1EA-8C96-4C6A-9667-B02600FDA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C319F-E6A3-486A-AE06-1B3CA676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F2B6-D3EA-45C5-9CD5-20B31F0F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82AC-A2B4-4FC3-B13E-204ED73B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6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D4D51-2BEF-447A-8FE9-F02B632C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3F4DA-0524-4047-B251-0981D024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B6B5D-D8AD-4323-AA2E-25AF1FC89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0C747-EFB1-42FE-A1B4-8B51D9E7C7BA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BDED4-4338-48A8-95D6-474F7F08E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4AF9-F824-4700-B2F1-7B8CC9A8F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A83B4-7771-48FE-846E-994D68B94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9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" y="-8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7534467" y="609600"/>
            <a:ext cx="390134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000000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55886" y="3017520"/>
            <a:ext cx="60959" cy="2194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950953" y="2926080"/>
            <a:ext cx="731501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19309" y="3566400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</a:t>
            </a:r>
            <a:endParaRPr sz="4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rgbClr val="000000"/>
              </a:buClr>
              <a:buSzPts val="5400"/>
            </a:pPr>
            <a:r>
              <a:rPr lang="en-GB"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Udyan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55885" y="4902747"/>
            <a:ext cx="9753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267"/>
              </a:spcBef>
              <a:buClr>
                <a:srgbClr val="000000"/>
              </a:buClr>
              <a:buSzPts val="1400"/>
            </a:pPr>
            <a:endParaRPr sz="1867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>
              <a:spcBef>
                <a:spcPts val="267"/>
              </a:spcBef>
              <a:buClr>
                <a:srgbClr val="000000"/>
              </a:buClr>
              <a:buSzPts val="1400"/>
            </a:pPr>
            <a:r>
              <a:rPr lang="en-GB" sz="1867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55886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55886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946764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GB" sz="17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>
              <a:buClr>
                <a:srgbClr val="000000"/>
              </a:buClr>
              <a:buSzPts val="600"/>
            </a:pPr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Shiva Prasad Naroju</cp:lastModifiedBy>
  <cp:revision>1</cp:revision>
  <dcterms:created xsi:type="dcterms:W3CDTF">2026-06-02T04:47:18Z</dcterms:created>
  <dcterms:modified xsi:type="dcterms:W3CDTF">2026-06-02T11:32:50Z</dcterms:modified>
</cp:coreProperties>
</file>