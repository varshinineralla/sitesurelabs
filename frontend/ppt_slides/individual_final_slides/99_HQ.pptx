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87655-0FE8-4578-8B46-4D1C0302E2D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B9E75-7F64-4511-AD8A-877B63FAB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13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5D97-CC7A-432F-B9FF-B2EA00461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C032B-DFDE-4B90-926C-29357C36A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FE2B-D2CD-4515-8E6B-664279BB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0C432-5BE8-4416-BE28-619B33AA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A20CF-12AA-487D-93DB-BFC8E304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92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ECD7-DA7B-4268-B82C-54E0AD6A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26A53-3438-4767-BC7A-967829466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F64F5-5A3D-403D-9977-620DCBEE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7AC8B-25B5-4FA2-A1D1-7DD4B115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2D52-13EC-462A-88E2-1199959B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78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4366-D2FF-490E-AD07-0C8DBAA7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22FE-CDE8-4D82-A787-B94306E5E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4083E-5361-4E7C-A3DC-284DBE41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CA795-19E1-4C97-B236-4D7B6E4B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FEF2-A636-40AD-8B0D-C8A19350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49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D9A8-378F-44DB-89FC-572A60E8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EFA9-4C2B-4909-9F2D-26404ED47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508CC-3B75-4E5D-A8DB-EAEA8B8FF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55478-ADA1-4087-9B74-EEE38DCF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67DBC-50C0-421A-90C0-F8EAF96A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03086-9F94-43B6-ACAA-23CBA9A5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77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A43A-8F5D-4FDF-B8BD-D3D79953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0E8C7-7720-4CD4-B7B9-2A56487EE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D6F7C-F331-4151-9DBE-93BB52BD0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C6B58-1F2D-4BBE-B37B-9F725DC3A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2A136-3AC5-42C1-BD53-B76BE8E38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62B72-25E3-4FC9-89BE-F5E017C6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FE5D-37B7-47E7-BC29-BA3C9239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2E15D-102F-471A-8306-B9D36DAA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30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E9AA-007F-4024-ADD2-0EDED128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585BD-4A6B-462F-BB70-372642C5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2D24D-63F2-4A01-A7A4-6934E2B9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39C54-0AAE-4E2A-8F43-B0D02BEC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9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5CEEB-05A5-4511-A843-344A99DD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F30F0-C2B2-4DD5-8FCD-E927E22C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BC34A-9F49-4B0D-902D-EC7B195C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03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9FB5-D303-4064-9825-74E450DF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F4411-F95D-4743-988A-1939F299B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07343-236D-45D3-96A8-8FA814998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A440C-4BC6-4243-B713-0C0C74FB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0A282-84C2-42D1-BB80-FE715B06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CE9A5-8EC1-410D-A954-86F5F62F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55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6A9E-9CC3-4A55-A963-E1513BA4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DD93BC-973B-409F-BC89-EED059A12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39008-E5C8-43C3-B22D-33081F8D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EA941-ACCD-4E2E-8306-E239E971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F4121-94CC-477E-B742-A779B7A3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76291-05E3-415F-B815-01907580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63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2074-87F4-4E5B-834C-EBD1C503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39B25-1495-433C-B13D-496A4F16B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1F5F4-FD43-46A4-A215-C36ACB08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414A4-A383-4BE0-8ADC-EBB2768E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ABD18-963B-4129-8930-86B7EA91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2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DCBF6-527C-499B-B926-008062D48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FA2A5-F265-47C1-A3D5-CB6487455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DF938-5930-4DB5-ACF3-F15A15B4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066DE-C8D7-4C9F-A6D0-50E44C82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DD80-F983-4925-B938-F2002742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59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E996B-F34B-4EB3-9DBE-D12C09221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C30E8-22E3-4256-883F-1564C2092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66B89-805C-4209-A6C5-3E6455884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76B91-50CE-4DA1-BA6E-7839E2789BD7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6F352-AC08-4340-B65E-5A33F1751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5858A-2172-4D1D-A8BA-42B4349E7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382C0-C03E-4D2D-B028-E05A5368F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98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assets/cov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assets/top_scri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assets/cover_scri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assets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886" y="560834"/>
            <a:ext cx="755885" cy="39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>
            <a:off x="7534467" y="609600"/>
            <a:ext cx="3901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000000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55885" y="3017520"/>
            <a:ext cx="60800" cy="2196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50952" y="2926080"/>
            <a:ext cx="731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GB" sz="1467">
                <a:solidFill>
                  <a:srgbClr val="C9D3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OBSERVATION REPORT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19309" y="3566400"/>
            <a:ext cx="10362800" cy="1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 Home</a:t>
            </a:r>
            <a:endParaRPr sz="48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rgbClr val="000000"/>
              </a:buClr>
              <a:buSzPts val="5400"/>
            </a:pPr>
            <a:r>
              <a:rPr lang="en-GB" sz="7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99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55885" y="4602480"/>
            <a:ext cx="9753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267"/>
              </a:spcBef>
              <a:buClr>
                <a:srgbClr val="000000"/>
              </a:buClr>
              <a:buSzPts val="1400"/>
            </a:pPr>
            <a:r>
              <a:rPr lang="en-GB" sz="1867">
                <a:solidFill>
                  <a:srgbClr val="C9D3DA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Home Constructions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55885" y="5547360"/>
            <a:ext cx="4389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 DATE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755885" y="5827776"/>
            <a:ext cx="46328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GB" sz="1733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26 May, 2026</a:t>
            </a:r>
            <a:endParaRPr sz="17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946763" y="5547360"/>
            <a:ext cx="4389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GENERATED BY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946763" y="5827776"/>
            <a:ext cx="46328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GB" sz="17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SiteSureLabs</a:t>
            </a:r>
            <a:endParaRPr sz="17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56800" y="6643291"/>
            <a:ext cx="1146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>
              <a:buClr>
                <a:schemeClr val="dk1"/>
              </a:buClr>
              <a:buSzPts val="600"/>
            </a:pPr>
            <a:r>
              <a:rPr lang="en-GB" sz="800" i="1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report has been generated using AI, human review is required.</a:t>
            </a:r>
            <a:endParaRPr sz="800" dirty="0">
              <a:solidFill>
                <a:schemeClr val="dk1"/>
              </a:solidFill>
            </a:endParaRPr>
          </a:p>
          <a:p>
            <a:pPr algn="r">
              <a:buClr>
                <a:srgbClr val="000000"/>
              </a:buClr>
              <a:buSzPts val="800"/>
            </a:pPr>
            <a:endParaRPr sz="800" i="1" dirty="0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K A Srivarshini Neralla</dc:creator>
  <cp:lastModifiedBy>Shiva Prasad Naroju</cp:lastModifiedBy>
  <cp:revision>1</cp:revision>
  <dcterms:created xsi:type="dcterms:W3CDTF">2026-06-02T04:46:06Z</dcterms:created>
  <dcterms:modified xsi:type="dcterms:W3CDTF">2026-06-02T11:07:39Z</dcterms:modified>
</cp:coreProperties>
</file>