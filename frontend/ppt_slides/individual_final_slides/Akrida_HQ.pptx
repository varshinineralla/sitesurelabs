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267D2-FA83-4719-AC60-A5022C2AF1C4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B8568A-4763-4D09-B937-A9FF6CF53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497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D8BF3-A402-4620-B857-396090EBC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D6D81-92C8-46E2-BD4F-F8CE88A77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808BC-7150-482C-A201-E5BD1707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47F2-C07A-493E-8F84-1ED0E2C00A2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04584-AD54-45CA-8992-D685D1F1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8072B-C2B3-4A3A-A544-03538A930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D44C-6EAC-471D-9B30-331EE59B1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494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3ED1D-7E39-4630-9676-B3BACCE9A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D9E05-3753-4E5B-B1B5-0C20EA7B1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1B1FC-0B02-4051-9EB0-09D7D1AE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47F2-C07A-493E-8F84-1ED0E2C00A2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B2BE2-FF8F-4316-B345-9FF987A6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5FE55-DF70-4ED9-816B-492F064F6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D44C-6EAC-471D-9B30-331EE59B1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662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A4693-7341-49DB-B362-726F55C62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BDAD7-9439-4C88-B356-69FC7D10A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7E389-D6ED-425F-B956-714645416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47F2-C07A-493E-8F84-1ED0E2C00A2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D7B24-8048-4A4E-8181-39E9A8B4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68E7D-A99B-4A57-8277-1A34858D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D44C-6EAC-471D-9B30-331EE59B1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23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F149-7C69-44A3-897F-12998B35F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19CBA-1C3C-4298-8409-4B9E5FFD6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F4702-E011-43FB-8C45-E7BF49954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F23F34-8CC3-42A3-8903-FE06AF99D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47F2-C07A-493E-8F84-1ED0E2C00A2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74499-F050-4FB2-8C72-0FFDDFC4A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81864-B042-4C86-AC5C-587BE197E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D44C-6EAC-471D-9B30-331EE59B1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615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CE06-99CB-4DD4-B3ED-FA8C837D9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D0209-02AE-4CCD-ABBF-AA9C9B7D3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442154-DB68-4E39-BBD7-D0BA3E03A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123C70-EA38-4AD0-A9C9-60BF7944B8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51D53-86ED-4DD1-B278-3416B8B881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A2C032-7BB8-487C-9CEE-179DAC4C7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47F2-C07A-493E-8F84-1ED0E2C00A2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DD5BE-31B0-42B8-855E-14DC09E0D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5842D-44AD-431D-84F4-F1BD62D8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D44C-6EAC-471D-9B30-331EE59B1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538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285F7-7958-45AE-B1A2-287731DB3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39734A-78E6-40B9-99F6-532DA86BF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47F2-C07A-493E-8F84-1ED0E2C00A2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8A073-7FA4-4564-9E77-ABB738E61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DDC0E-D666-4449-80EC-B96D102EF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D44C-6EAC-471D-9B30-331EE59B1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637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806F2-746D-4994-BE2C-C0E3EF5DE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47F2-C07A-493E-8F84-1ED0E2C00A2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084B7A-46E6-4A53-AB58-DC9DF44E8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6586E-56BD-4D9D-900C-32C158911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D44C-6EAC-471D-9B30-331EE59B1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423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3218-B66D-407C-B795-5D7A7F9C8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28F8-8506-4061-9E3C-8761B65E3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AFE42E-99A5-4FA5-AED2-FF415F5C7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A8D59-E60F-42BC-A15A-5BB5CF190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47F2-C07A-493E-8F84-1ED0E2C00A2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E80FD-5C9F-470A-B198-44ACAD37E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2A329-C364-4E89-B616-857D77AD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D44C-6EAC-471D-9B30-331EE59B1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469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57A9-EEA2-41E0-9174-0A0F130E0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83D66F-5475-42F0-9977-B5CC9066D3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1E6D2-70DD-4BDA-9E89-72ED2EF51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688A9-1665-4784-938A-45E1136AF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47F2-C07A-493E-8F84-1ED0E2C00A2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CB092-4860-42C2-8DA5-CA57F7AEB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43DBD-6843-4691-894E-8E5BABACF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D44C-6EAC-471D-9B30-331EE59B1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21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45B32-D79B-4726-9449-80F63B95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FEE43B-451D-4EF2-83B3-FA5D17BAB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7FF4-19E3-43F5-8609-E42FDD464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47F2-C07A-493E-8F84-1ED0E2C00A2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036CD-8F33-4185-B965-EFCE400B2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1373F-2590-4E60-92D7-C39CBE46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D44C-6EAC-471D-9B30-331EE59B1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562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F1DAB0-2EB5-41C7-A0B2-0F459CB8BB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F6A3AC-5519-4CF2-8B15-4CAC34DDD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B4A2F-C9F2-4416-8D6A-845F44DBB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447F2-C07A-493E-8F84-1ED0E2C00A2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19012-9E54-4AB0-BA59-B5BF4C576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075AE-4CF9-4A03-8ECD-EDBA08D5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ED44C-6EAC-471D-9B30-331EE59B1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073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408134-E2F1-4CE2-B576-CF00DEC46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8BCC5-91EF-4537-A617-096BCEC8B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D9C3A-2D76-43B0-B904-0235D0B76A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447F2-C07A-493E-8F84-1ED0E2C00A2E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044F6-29E4-45AB-BEF8-1F2D79B05D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08038-A525-41EF-AF8C-C6756B2B3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ED44C-6EAC-471D-9B30-331EE59B1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048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assets/cover_bg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assets/top_scrim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assets/cover_scrim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assets/logo_whit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5886" y="560834"/>
            <a:ext cx="755885" cy="39867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/>
          <p:nvPr/>
        </p:nvSpPr>
        <p:spPr>
          <a:xfrm>
            <a:off x="7534467" y="609600"/>
            <a:ext cx="3901343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r">
              <a:buClr>
                <a:srgbClr val="000000"/>
              </a:buClr>
              <a:buSzPts val="800"/>
            </a:pP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755886" y="3017520"/>
            <a:ext cx="60959" cy="219456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950953" y="2926080"/>
            <a:ext cx="7315017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r>
              <a:rPr lang="en-GB" sz="1467">
                <a:solidFill>
                  <a:srgbClr val="C9D3D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QUALITY OBSERVATION REPORT</a:t>
            </a:r>
            <a:endParaRPr sz="14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720000" y="3566400"/>
            <a:ext cx="10362800" cy="12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3600"/>
            </a:pPr>
            <a:r>
              <a:rPr lang="en-GB" sz="48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My Home</a:t>
            </a:r>
            <a:endParaRPr sz="4800" b="1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rgbClr val="000000"/>
              </a:buClr>
              <a:buSzPts val="5400"/>
            </a:pPr>
            <a:r>
              <a:rPr lang="en-GB" sz="7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Akrida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755885" y="4602480"/>
            <a:ext cx="97532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267"/>
              </a:spcBef>
              <a:buClr>
                <a:srgbClr val="000000"/>
              </a:buClr>
              <a:buSzPts val="1400"/>
            </a:pPr>
            <a:endParaRPr sz="1867">
              <a:solidFill>
                <a:srgbClr val="C9D3DA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>
              <a:spcBef>
                <a:spcPts val="267"/>
              </a:spcBef>
              <a:buClr>
                <a:srgbClr val="000000"/>
              </a:buClr>
              <a:buSzPts val="1400"/>
            </a:pPr>
            <a:r>
              <a:rPr lang="en-GB" sz="1867">
                <a:solidFill>
                  <a:srgbClr val="C9D3DA"/>
                </a:solidFill>
                <a:latin typeface="Poppins Light"/>
                <a:ea typeface="Poppins Light"/>
                <a:cs typeface="Poppins Light"/>
                <a:sym typeface="Poppins Light"/>
              </a:rPr>
              <a:t>My Home Constructions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755886" y="5547360"/>
            <a:ext cx="438900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800"/>
            </a:pPr>
            <a:r>
              <a:rPr lang="en-GB" sz="1067" dirty="0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REPORT DATE</a:t>
            </a:r>
            <a:endParaRPr sz="10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755886" y="5827776"/>
            <a:ext cx="46328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1300"/>
            </a:pPr>
            <a:r>
              <a:rPr lang="en-GB" sz="1733" dirty="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26 May, 2026</a:t>
            </a:r>
            <a:endParaRPr sz="1733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4946764" y="5547360"/>
            <a:ext cx="4389009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800"/>
            </a:pPr>
            <a:r>
              <a:rPr lang="en-GB" sz="1067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GENERATED BY</a:t>
            </a:r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4946763" y="5827776"/>
            <a:ext cx="46328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chemeClr val="dk1"/>
              </a:buClr>
              <a:buSzPts val="1300"/>
            </a:pPr>
            <a:r>
              <a:rPr lang="en-GB" sz="1733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SiteSureLabs</a:t>
            </a:r>
            <a:endParaRPr sz="17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556800" y="6643291"/>
            <a:ext cx="11460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r">
              <a:buClr>
                <a:schemeClr val="dk1"/>
              </a:buClr>
              <a:buSzPts val="600"/>
            </a:pPr>
            <a:r>
              <a:rPr lang="en-GB" sz="800" i="1" dirty="0">
                <a:solidFill>
                  <a:srgbClr val="8FA0A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This report has been generated using AI, human review is required.</a:t>
            </a:r>
            <a:endParaRPr sz="800" dirty="0">
              <a:solidFill>
                <a:schemeClr val="dk1"/>
              </a:solidFill>
            </a:endParaRPr>
          </a:p>
          <a:p>
            <a:pPr algn="r">
              <a:buClr>
                <a:srgbClr val="000000"/>
              </a:buClr>
              <a:buSzPts val="800"/>
            </a:pPr>
            <a:endParaRPr sz="800" i="1" dirty="0">
              <a:solidFill>
                <a:srgbClr val="8FA0AC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Poppins</vt:lpstr>
      <vt:lpstr>Poppins Light</vt:lpstr>
      <vt:lpstr>Poppins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 K A Srivarshini Neralla</dc:creator>
  <cp:lastModifiedBy>Shiva Prasad Naroju</cp:lastModifiedBy>
  <cp:revision>1</cp:revision>
  <dcterms:created xsi:type="dcterms:W3CDTF">2026-06-02T04:44:21Z</dcterms:created>
  <dcterms:modified xsi:type="dcterms:W3CDTF">2026-06-02T10:20:17Z</dcterms:modified>
</cp:coreProperties>
</file>