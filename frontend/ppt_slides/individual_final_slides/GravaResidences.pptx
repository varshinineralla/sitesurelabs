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E9A49-88D6-4D21-AB5D-20771625EAD8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F6C6F-9299-4B0E-BD1A-CBB7D7AB0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16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5E9D-E33F-4AFD-A7C3-8B1FEAC3F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CD6E5-72FE-499D-9283-0BD049BBD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550-80F9-4AAB-A048-F883459B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84E59-1AC2-4279-87FA-27083158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97E14-8B00-44B5-A62A-3EF4DC1D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1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FD13-350E-4398-89AD-0D4FEE9C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B57E5-7A87-4205-ABA2-BB228A60F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192B3-78E0-483D-BEA8-0CD24AF6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E1CD-F64B-491E-A67C-BA05903D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8DF6-45DF-477F-8C2B-3DB8D300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37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9819-B4B1-42DA-8F1D-CF3DC5CD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9F717-A8B6-466D-925B-995E11872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48B0F-736F-47DB-B5AB-F2F373DD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1B53C-7BF3-44B8-94B5-5563B90B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2B3FC-A17F-488B-950B-4334EA0A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DCAD-2079-4315-922D-4A23B51F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6A08F-ACBF-43FE-A4E1-F191F340C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CB1B1-EB59-49A5-BC78-0CC6FDCEC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33AA8-295F-498A-8DE1-E47F1039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095E4-ACC3-4CCF-B487-8BBB23AF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DBF16-34A1-49DA-B30A-F6B19209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3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B4D-0808-4435-8A07-4145E588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50022-E6D7-410E-9A29-5FD8BBF55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3EE28-4B10-42E1-85B8-29F5BB746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414F9-D1DF-4F77-83DE-79E82576C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BC266-2ED8-4201-BD58-0DE926005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97DF8-1AD2-4C1C-80B1-8C619F3D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DD243-8789-40F4-99FA-D8AC9D9C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DA6707-1A11-489A-9782-7CBE6F0F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0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9BA7-D223-4E5D-AD0F-1C18624A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0FE20-9B76-4490-B113-4BD44C01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66F4B-8B1C-4566-93D7-696596D3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47A5-5678-4A39-BACE-4EE98B7F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5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3890B-A136-4D04-B59B-786016CC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AA7BB-8CE5-4CDA-9B2E-94CE847A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E4598-D1B6-4291-B825-C8D61D9E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85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92E8-D7F3-47FF-A9F4-1F78CA64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5390-3FE5-44BD-ABAD-495795D03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CF887-1D78-44DD-B855-F0FB204E3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068A3-4452-42F1-96EB-C0708ED6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6965F-B242-4DC6-8190-BC88F0EF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ABCBA-7E1F-450E-BDC3-9DA6261A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40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23D6-2BE4-44FD-83E6-1598396F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9D834-C9F0-4998-9B5E-1B1A3090B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33CD1-F6CD-4EB0-A82B-5DDB3A08C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EC104-41B9-4996-B8E2-1E6F3324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653FA-1EF3-40C6-8A59-DC4E6723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9B58D-4814-4E68-BF45-ACC4AF37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8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3E55-CC73-4E59-A47F-EB989617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60CCB-967B-4414-9CB4-D08317592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BFE4F-DAE3-4AC1-8062-278E12CD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51FE5-6508-4A03-B823-F0BF25C5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BA18F-2349-43FA-A278-26519B4A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259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4319B2-A9D4-494D-BC42-9CE3338DE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7020D-62AB-4A32-B653-75DA9D4A4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D7B9-4149-4425-B956-789E4101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B64D9-2F8E-4CEF-BF6F-071CD943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58D27-3B57-4EBE-A207-4CCE2296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09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22089-E664-4288-A17F-9DA2C28A9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B57D9-B3B6-4FDB-B113-3468129F7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8A0A2-C8F1-432E-BB64-7165FFB6D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635BD-FAE1-441E-B8E2-D5445C2E431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7CFC2-E905-4351-905C-6B04FBF99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D29D5-BA23-4ADA-B269-88D8A723A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F8D4B-E3AC-4C02-A541-2E74130DF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92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ssets/cov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assets/top_scri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assets/cover_scri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assets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886" y="560834"/>
            <a:ext cx="755885" cy="39867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7534467" y="609600"/>
            <a:ext cx="390134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000000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55886" y="3017520"/>
            <a:ext cx="60959" cy="2194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50952" y="2926080"/>
            <a:ext cx="731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GB" sz="1467">
                <a:solidFill>
                  <a:srgbClr val="C9D3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OBSERVATION REPORT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19309" y="3566161"/>
            <a:ext cx="10362800" cy="1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 Home </a:t>
            </a:r>
            <a:endParaRPr sz="4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5400"/>
            </a:pPr>
            <a:r>
              <a:rPr lang="en-GB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Grava Residences</a:t>
            </a:r>
            <a:endParaRPr sz="7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55886" y="5052959"/>
            <a:ext cx="9753356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GB" sz="1867">
                <a:solidFill>
                  <a:srgbClr val="C9D3DA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Home Constructions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755886" y="5547360"/>
            <a:ext cx="438900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 DATE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55886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GB" sz="1733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26 May, 2026</a:t>
            </a:r>
            <a:endParaRPr sz="17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946764" y="5547360"/>
            <a:ext cx="438900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GENERATED BY</a:t>
            </a:r>
            <a:endParaRPr sz="1067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GB" sz="17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SiteSureLabs</a:t>
            </a:r>
            <a:endParaRPr sz="17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56800" y="6643291"/>
            <a:ext cx="1146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>
              <a:buClr>
                <a:schemeClr val="dk1"/>
              </a:buClr>
              <a:buSzPts val="600"/>
            </a:pPr>
            <a:r>
              <a:rPr lang="en-GB" sz="800" i="1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report has been generated using AI, human review is required.</a:t>
            </a:r>
            <a:endParaRPr sz="800" dirty="0">
              <a:solidFill>
                <a:schemeClr val="dk1"/>
              </a:solidFill>
            </a:endParaRPr>
          </a:p>
          <a:p>
            <a:pPr algn="r">
              <a:buClr>
                <a:srgbClr val="000000"/>
              </a:buClr>
              <a:buSzPts val="800"/>
            </a:pPr>
            <a:endParaRPr sz="800" i="1" dirty="0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K A Srivarshini Neralla</dc:creator>
  <cp:lastModifiedBy>V K A Srivarshini Neralla</cp:lastModifiedBy>
  <cp:revision>1</cp:revision>
  <dcterms:created xsi:type="dcterms:W3CDTF">2026-06-02T04:43:44Z</dcterms:created>
  <dcterms:modified xsi:type="dcterms:W3CDTF">2026-06-02T04:44:08Z</dcterms:modified>
</cp:coreProperties>
</file>