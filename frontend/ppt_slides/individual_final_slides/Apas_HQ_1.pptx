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A4D5F-D23E-4344-8E16-9885A8D8A7E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2C03D-FA31-422C-8213-1FE253403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220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8BB7-2241-4F35-8818-7D6238677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081A8-D9D5-4814-854F-BBE168C06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694FB-6DD0-4C1A-934F-4DDCB55D4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F8031-B1B4-4052-830B-5943CDAF2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381B6-90E2-4C23-A73E-07BACA8E6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9A79D-01A9-4F39-8CE3-B336BD38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DE74-393C-493A-95B6-6BA4A2BC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269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B6216-7B0D-4FBE-98B1-47C154F49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F60D0-E70E-4D58-8DF7-52D224172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73F04-F0A5-4762-AB6A-6A3B3AFB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F8031-B1B4-4052-830B-5943CDAF2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87C4B-B3D9-4894-BB45-0FB8FE37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21ADA-42C0-4295-AA08-3CFF28E9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DE74-393C-493A-95B6-6BA4A2BC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62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7E552-DD66-4C34-BFA3-17E6C90BF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6B5A1-0FF4-4942-9A7E-C5E462D89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49EAB-A918-429F-A89C-031CCCA0A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F8031-B1B4-4052-830B-5943CDAF2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10E63-E39E-4A7D-99AA-0104F958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6E672-6069-44F7-805B-7ADCA2709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DE74-393C-493A-95B6-6BA4A2BC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66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1C281-5E4E-4984-B16A-83781219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F792D-F39B-4D54-94EE-530CE0C55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96E49-E952-43E2-B37D-31089A681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7A5EB-5454-4506-8593-458DCD9F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F8031-B1B4-4052-830B-5943CDAF2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E356D-C6F3-47ED-AF5F-2946272E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6BE9A-A5F6-4E47-8283-C6329239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DE74-393C-493A-95B6-6BA4A2BC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84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1043-68D8-49DE-97F0-B535510CC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35610-D927-4A83-8EE5-29FFF4DAB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2F23B-8CAA-4B51-8585-5BDFA148E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A62458-A60D-449E-BD9E-00BA9556E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EDD6E-2C84-423A-BEF6-9C18F6772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EC388-F639-45B5-9DC9-F5F195C86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F8031-B1B4-4052-830B-5943CDAF2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971063-F45B-4663-8748-67E1D5E28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CE7B3-B8C5-4637-89EE-D26E86EB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DE74-393C-493A-95B6-6BA4A2BC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405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C08AA-4755-41D0-8568-FDAEC4BCB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2E41E-DA43-44AD-A0F2-607E82E0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F8031-B1B4-4052-830B-5943CDAF2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B3FEB-35E7-4DC7-9957-1EE75B55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9BEBA-AD51-4AA0-91A9-F535F7DA7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DE74-393C-493A-95B6-6BA4A2BC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705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8B5F2-2202-4539-AA8A-C5F77717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F8031-B1B4-4052-830B-5943CDAF2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766CC-6B0D-46CA-A999-0A4DF4D1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55FB4-86ED-478E-9560-4EE2BE473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DE74-393C-493A-95B6-6BA4A2BC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69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D9AF5-441D-4F2B-AF64-001DC02FA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8E315-FB4A-4BD9-8580-5EB26D35E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3C3142-2142-418C-A974-A7C9EBBA5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7C081-C97F-4A99-A426-01375391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F8031-B1B4-4052-830B-5943CDAF2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F984E-EB57-4CD7-BEC7-0A6F95D2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9BAC3-9538-4400-80F1-56350041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DE74-393C-493A-95B6-6BA4A2BC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283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AECD-DDBD-4B6C-8A49-400FCC208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D0905-B816-4D5C-997A-D4A1FA5BB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9B88C-4C7D-4F87-8C9F-AE27A09E0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C3341-B7D2-44AC-89E0-9196E094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F8031-B1B4-4052-830B-5943CDAF2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DCA35-ACF4-4431-B1C6-3CCEFE17B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424B2-E8E9-456B-B14E-258819E8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DE74-393C-493A-95B6-6BA4A2BC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631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C928-0CE8-4F29-8617-A753421F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1E7C8B-245A-42EC-A1D8-1CB337A57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6639C-9C79-4D5B-B4B5-573A35DC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F8031-B1B4-4052-830B-5943CDAF2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07E9A-1291-4856-B27E-EC6063F7F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3CAC6-5D06-4EA6-8B39-D7A59896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DE74-393C-493A-95B6-6BA4A2BC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535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FFAD78-40AE-4D87-BED5-E7A77D669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76DB4-2141-4D9B-803F-B5B44CA03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4A82D-998E-48E9-B2F3-D05E4989D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F8031-B1B4-4052-830B-5943CDAF2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A38DE-D65D-4102-B962-AE1BBAFE6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FE34B-F39F-40CE-AB1A-2C85531A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DE74-393C-493A-95B6-6BA4A2BC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67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A3034-1B76-4EC0-A66B-782D2A587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7DA2F-2C9E-456E-B0EF-781F40A0E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F207F-66A8-4F51-89D8-5C1DBE364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F8031-B1B4-4052-830B-5943CDAF216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D2854-1A61-4234-A479-9E1644A19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70DF1-F0E8-495F-BA32-08BFD4F1C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8DE74-393C-493A-95B6-6BA4A2BC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12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assets/cov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assets/top_scri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assets/cover_scri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assets/logo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886" y="560834"/>
            <a:ext cx="755885" cy="39867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/>
          <p:nvPr/>
        </p:nvSpPr>
        <p:spPr>
          <a:xfrm>
            <a:off x="7534467" y="609600"/>
            <a:ext cx="390134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/>
            <a:endParaRPr sz="11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755886" y="3017520"/>
            <a:ext cx="60959" cy="21945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950953" y="2926080"/>
            <a:ext cx="731501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1467">
                <a:solidFill>
                  <a:srgbClr val="C9D3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QUALITY OBSERVATION REPORT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719311" y="3566400"/>
            <a:ext cx="10362800" cy="1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4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 Home</a:t>
            </a:r>
            <a:endParaRPr sz="48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GB" sz="7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Apas</a:t>
            </a:r>
            <a:endParaRPr sz="7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755885" y="4902697"/>
            <a:ext cx="97532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300"/>
              </a:spcBef>
            </a:pPr>
            <a:endParaRPr sz="1933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>
              <a:spcBef>
                <a:spcPts val="300"/>
              </a:spcBef>
            </a:pPr>
            <a:r>
              <a:rPr lang="en-GB" sz="1933">
                <a:solidFill>
                  <a:srgbClr val="C9D3DA"/>
                </a:solidFill>
                <a:latin typeface="Poppins Light"/>
                <a:ea typeface="Poppins Light"/>
                <a:cs typeface="Poppins Light"/>
                <a:sym typeface="Poppins Light"/>
              </a:rPr>
              <a:t>My Home Constructions</a:t>
            </a:r>
            <a:endParaRPr sz="1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755885" y="5547360"/>
            <a:ext cx="4389011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1067" dirty="0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REPORT DATE</a:t>
            </a:r>
            <a:endParaRPr sz="10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755886" y="5827776"/>
            <a:ext cx="46328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1733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26 May, 2026</a:t>
            </a:r>
            <a:endParaRPr sz="17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4946763" y="5547360"/>
            <a:ext cx="4389011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800"/>
            </a:pPr>
            <a:r>
              <a:rPr lang="en-GB" sz="1067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GENERATED BY</a:t>
            </a:r>
            <a:endParaRPr sz="11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4946763" y="5827776"/>
            <a:ext cx="46328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17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SiteSureLabs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56800" y="6643291"/>
            <a:ext cx="11460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r">
              <a:buClr>
                <a:schemeClr val="dk1"/>
              </a:buClr>
              <a:buSzPts val="600"/>
            </a:pPr>
            <a:r>
              <a:rPr lang="en-GB" sz="800" i="1" dirty="0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report has been generated using AI, human review is required.</a:t>
            </a:r>
            <a:endParaRPr sz="800" dirty="0">
              <a:solidFill>
                <a:schemeClr val="dk1"/>
              </a:solidFill>
            </a:endParaRPr>
          </a:p>
          <a:p>
            <a:pPr algn="r"/>
            <a:endParaRPr sz="800" i="1" dirty="0">
              <a:solidFill>
                <a:srgbClr val="8FA0A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Poppins</vt:lpstr>
      <vt:lpstr>Poppins Light</vt:lpstr>
      <vt:lpstr>Poppins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 K A Srivarshini Neralla</dc:creator>
  <cp:lastModifiedBy>Shiva Prasad Naroju</cp:lastModifiedBy>
  <cp:revision>1</cp:revision>
  <dcterms:created xsi:type="dcterms:W3CDTF">2026-06-02T04:46:34Z</dcterms:created>
  <dcterms:modified xsi:type="dcterms:W3CDTF">2026-06-02T11:10:56Z</dcterms:modified>
</cp:coreProperties>
</file>