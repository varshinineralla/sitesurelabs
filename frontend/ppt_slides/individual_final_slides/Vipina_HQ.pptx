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40594-AF4D-4D30-8345-BFDC654B47D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CB655-B45D-4117-A1E7-9DDAB6571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884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2C678-1813-4E9F-9019-0FF1F22D8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E8ECD-6C57-4251-BD7C-9DE493952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8146-5D19-4ECB-95F3-260AC5BBB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09312-2326-485A-8F45-DB08270C173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13F8F-81E8-4A1C-B620-BE4D74FE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CF111-F0F9-432C-9B8C-DE151DC3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8DCFF-F530-4718-B284-B41F3B18C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037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2AC-6640-4BFF-B1D2-A5FF3598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85CB9-3766-4D97-B0F0-84DBD9AE0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02A89-3805-4F2A-857E-A3C509BD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09312-2326-485A-8F45-DB08270C173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D170-57E6-41A4-A79B-17EC26E6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70EFC-C542-4251-B1BF-D4DAE8E63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8DCFF-F530-4718-B284-B41F3B18C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536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F718-A5BE-4C1F-A8D7-18F21C0F4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B6538-DAC5-4C7A-8271-7AACBDF87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8DB94-E818-40CE-9D70-CA160F3A1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09312-2326-485A-8F45-DB08270C173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A3875-89AE-46EB-99F7-540E0E74F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3D3D4-A96F-4D4E-880F-B19F9ADCC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8DCFF-F530-4718-B284-B41F3B18C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98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C5E7-B598-4E8B-A31A-02054AB14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B0548-BC72-4B79-8CAC-7615A400C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20C88-AF48-4AED-B983-7DA83C265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F0664-035C-4C9F-A3EC-929214624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09312-2326-485A-8F45-DB08270C173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7A8FB-58AF-4CB0-B138-76E8E2E4C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9DCA2-7D3F-4653-BF7A-3E77A556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8DCFF-F530-4718-B284-B41F3B18C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29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A6CEB-7417-46A9-B5F5-5FE6ED77C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BCD1F-9EBA-4692-B59B-90E25FBEE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2B055-0C7D-47CD-9776-14825F393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37E52-0E32-4F11-9222-7EB139677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0B592-8727-40BB-B5D5-87CC5A4E3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81DC9A-6579-4936-A3E7-E3711BEC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09312-2326-485A-8F45-DB08270C173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A89F29-A269-4CE7-9F71-8DD4B6A4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3B35C-5425-4863-9572-CE65E1C2C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8DCFF-F530-4718-B284-B41F3B18C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549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F9BC6-6046-4327-93FB-D831504EF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76E3A7-5BAF-4557-9EAC-2B1E397A8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09312-2326-485A-8F45-DB08270C173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36003-3962-41EE-AA61-B906D69C1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C720-7C5B-4B39-86C4-9B38E29C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8DCFF-F530-4718-B284-B41F3B18C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9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C93323-F0DA-4593-968A-02F7001C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09312-2326-485A-8F45-DB08270C173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483CDD-AF7B-4E35-A74B-647216356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4C255-5192-49A7-A576-9FD460DF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8DCFF-F530-4718-B284-B41F3B18C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866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3ADB-36C8-4583-B615-8725D33B7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58C44-6BD6-4710-92D2-DD25F7700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8EDE5-2AC9-46B3-B812-B4D9B1290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DD855-CF9F-4F07-AC83-0AAE8EE94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09312-2326-485A-8F45-DB08270C173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6954E-BB22-4931-943D-585C2E944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2FCB4-D6FC-48B7-9B6A-935CBE367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8DCFF-F530-4718-B284-B41F3B18C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99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9C275-119E-4E93-B2A0-2E782629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85474-77C3-432F-B16F-8D8E0BE2B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BFD27-681A-47DD-AC3D-B0001B877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52799-45DE-450C-99C4-271A1B9F5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09312-2326-485A-8F45-DB08270C173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9F82B-6E1B-471D-8475-0AEA1A07D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80BE5-6F04-4578-A7DE-C7932B04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8DCFF-F530-4718-B284-B41F3B18C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5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1A3F7-BA34-423D-B876-5996CE29E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FEF80-797E-46D5-9175-65BC4500A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66161-331A-4EB5-BE51-C750AD85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09312-2326-485A-8F45-DB08270C173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E4638-C816-4823-9F7E-E7E6D6C7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76E10-C0C2-4B93-9D29-03FC1F4DC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8DCFF-F530-4718-B284-B41F3B18C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274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419168-54B1-4DF0-989F-F0089A498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80A72-B879-4EF8-8C33-02E4B3980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1D2F4-3FFD-4397-AF42-D4F2F3A1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09312-2326-485A-8F45-DB08270C173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B6EEA-92A5-4224-80A1-F80EC301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B57F0-818B-48ED-8736-50FABB8B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8DCFF-F530-4718-B284-B41F3B18C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331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FCF886-0B08-4E3C-835F-A0D7D18EB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00EB9-5ECB-4AF9-B6C1-38FB780FD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558E7-45D3-489E-B87D-0759C76FF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09312-2326-485A-8F45-DB08270C173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56EEC-7261-427D-910E-4A516501D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1D663-C8A2-4EA7-B49D-3FE4FC644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8DCFF-F530-4718-B284-B41F3B18C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443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assets/cov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assets/top_scri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assets/cover_scri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assets/logo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886" y="560834"/>
            <a:ext cx="755885" cy="39867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7534467" y="609600"/>
            <a:ext cx="3901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/>
            <a:endParaRPr sz="11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55886" y="3017520"/>
            <a:ext cx="60959" cy="21945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950953" y="2926080"/>
            <a:ext cx="731501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1467">
                <a:solidFill>
                  <a:srgbClr val="C9D3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QUALITY OBSERVATION REPORT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719311" y="3566400"/>
            <a:ext cx="10362800" cy="1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4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 Home</a:t>
            </a:r>
            <a:endParaRPr sz="48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GB" sz="7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Vipina</a:t>
            </a:r>
            <a:endParaRPr sz="7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755885" y="5059775"/>
            <a:ext cx="97532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1933">
                <a:solidFill>
                  <a:srgbClr val="C9D3DA"/>
                </a:solidFill>
                <a:latin typeface="Poppins Light"/>
                <a:ea typeface="Poppins Light"/>
                <a:cs typeface="Poppins Light"/>
                <a:sym typeface="Poppins Light"/>
              </a:rPr>
              <a:t>My Home Constructions</a:t>
            </a:r>
            <a:endParaRPr sz="1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755885" y="5547360"/>
            <a:ext cx="4389011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1067" dirty="0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REPORT DATE</a:t>
            </a:r>
            <a:endParaRPr sz="10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755886" y="5827776"/>
            <a:ext cx="46328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1733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26 May, 2026</a:t>
            </a:r>
            <a:endParaRPr sz="17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4946763" y="5547360"/>
            <a:ext cx="4389011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800"/>
            </a:pPr>
            <a:r>
              <a:rPr lang="en-GB" sz="1067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GENERATED BY</a:t>
            </a:r>
            <a:endParaRPr sz="11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4946763" y="5827776"/>
            <a:ext cx="46328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17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SiteSureLabs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556800" y="6643291"/>
            <a:ext cx="11460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r">
              <a:buClr>
                <a:schemeClr val="dk1"/>
              </a:buClr>
              <a:buSzPts val="600"/>
            </a:pPr>
            <a:r>
              <a:rPr lang="en-GB" sz="800" i="1" dirty="0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report has been generated using AI, human review is required.</a:t>
            </a:r>
            <a:endParaRPr sz="800" dirty="0">
              <a:solidFill>
                <a:schemeClr val="dk1"/>
              </a:solidFill>
            </a:endParaRPr>
          </a:p>
          <a:p>
            <a:pPr algn="r"/>
            <a:endParaRPr sz="800" i="1" dirty="0">
              <a:solidFill>
                <a:srgbClr val="8FA0A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Poppins</vt:lpstr>
      <vt:lpstr>Poppins Light</vt:lpstr>
      <vt:lpstr>Poppins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 K A Srivarshini Neralla</dc:creator>
  <cp:lastModifiedBy>Shiva Prasad Naroju</cp:lastModifiedBy>
  <cp:revision>1</cp:revision>
  <dcterms:created xsi:type="dcterms:W3CDTF">2026-06-02T04:46:56Z</dcterms:created>
  <dcterms:modified xsi:type="dcterms:W3CDTF">2026-06-02T11:16:47Z</dcterms:modified>
</cp:coreProperties>
</file>